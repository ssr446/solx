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" charset="1" panose="00000500000000000000"/>
      <p:regular r:id="rId14"/>
    </p:embeddedFont>
    <p:embeddedFont>
      <p:font typeface="Space Age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3493" y="6609216"/>
            <a:ext cx="5590915" cy="1329278"/>
          </a:xfrm>
          <a:custGeom>
            <a:avLst/>
            <a:gdLst/>
            <a:ahLst/>
            <a:cxnLst/>
            <a:rect r="r" b="b" t="t" l="l"/>
            <a:pathLst>
              <a:path h="1329278" w="5590915">
                <a:moveTo>
                  <a:pt x="0" y="0"/>
                </a:moveTo>
                <a:lnTo>
                  <a:pt x="5590916" y="0"/>
                </a:lnTo>
                <a:lnTo>
                  <a:pt x="5590916" y="1329278"/>
                </a:lnTo>
                <a:lnTo>
                  <a:pt x="0" y="1329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320577" y="6609216"/>
            <a:ext cx="5590915" cy="1329278"/>
          </a:xfrm>
          <a:custGeom>
            <a:avLst/>
            <a:gdLst/>
            <a:ahLst/>
            <a:cxnLst/>
            <a:rect r="r" b="b" t="t" l="l"/>
            <a:pathLst>
              <a:path h="1329278" w="5590915">
                <a:moveTo>
                  <a:pt x="5590916" y="0"/>
                </a:moveTo>
                <a:lnTo>
                  <a:pt x="0" y="0"/>
                </a:lnTo>
                <a:lnTo>
                  <a:pt x="0" y="1329278"/>
                </a:lnTo>
                <a:lnTo>
                  <a:pt x="5590916" y="1329278"/>
                </a:lnTo>
                <a:lnTo>
                  <a:pt x="559091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70853" y="6609216"/>
            <a:ext cx="1546294" cy="1474289"/>
          </a:xfrm>
          <a:custGeom>
            <a:avLst/>
            <a:gdLst/>
            <a:ahLst/>
            <a:cxnLst/>
            <a:rect r="r" b="b" t="t" l="l"/>
            <a:pathLst>
              <a:path h="1474289" w="1546294">
                <a:moveTo>
                  <a:pt x="0" y="0"/>
                </a:moveTo>
                <a:lnTo>
                  <a:pt x="1546294" y="0"/>
                </a:lnTo>
                <a:lnTo>
                  <a:pt x="1546294" y="1474289"/>
                </a:lnTo>
                <a:lnTo>
                  <a:pt x="0" y="1474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710696" y="3171413"/>
            <a:ext cx="4548604" cy="479671"/>
          </a:xfrm>
          <a:custGeom>
            <a:avLst/>
            <a:gdLst/>
            <a:ahLst/>
            <a:cxnLst/>
            <a:rect r="r" b="b" t="t" l="l"/>
            <a:pathLst>
              <a:path h="479671" w="4548604">
                <a:moveTo>
                  <a:pt x="0" y="0"/>
                </a:moveTo>
                <a:lnTo>
                  <a:pt x="4548604" y="0"/>
                </a:lnTo>
                <a:lnTo>
                  <a:pt x="4548604" y="479671"/>
                </a:lnTo>
                <a:lnTo>
                  <a:pt x="0" y="47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28700" y="3171413"/>
            <a:ext cx="4548604" cy="479671"/>
          </a:xfrm>
          <a:custGeom>
            <a:avLst/>
            <a:gdLst/>
            <a:ahLst/>
            <a:cxnLst/>
            <a:rect r="r" b="b" t="t" l="l"/>
            <a:pathLst>
              <a:path h="479671" w="4548604">
                <a:moveTo>
                  <a:pt x="4548604" y="0"/>
                </a:moveTo>
                <a:lnTo>
                  <a:pt x="0" y="0"/>
                </a:lnTo>
                <a:lnTo>
                  <a:pt x="0" y="479671"/>
                </a:lnTo>
                <a:lnTo>
                  <a:pt x="4548604" y="479671"/>
                </a:lnTo>
                <a:lnTo>
                  <a:pt x="454860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6916" y="4897260"/>
            <a:ext cx="123568" cy="492479"/>
          </a:xfrm>
          <a:custGeom>
            <a:avLst/>
            <a:gdLst/>
            <a:ahLst/>
            <a:cxnLst/>
            <a:rect r="r" b="b" t="t" l="l"/>
            <a:pathLst>
              <a:path h="492479" w="123568">
                <a:moveTo>
                  <a:pt x="0" y="0"/>
                </a:moveTo>
                <a:lnTo>
                  <a:pt x="123568" y="0"/>
                </a:lnTo>
                <a:lnTo>
                  <a:pt x="123568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135732" y="4897260"/>
            <a:ext cx="123568" cy="492479"/>
          </a:xfrm>
          <a:custGeom>
            <a:avLst/>
            <a:gdLst/>
            <a:ahLst/>
            <a:cxnLst/>
            <a:rect r="r" b="b" t="t" l="l"/>
            <a:pathLst>
              <a:path h="492479" w="123568">
                <a:moveTo>
                  <a:pt x="0" y="0"/>
                </a:moveTo>
                <a:lnTo>
                  <a:pt x="123568" y="0"/>
                </a:lnTo>
                <a:lnTo>
                  <a:pt x="123568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50835" y="366451"/>
            <a:ext cx="3130400" cy="2804963"/>
          </a:xfrm>
          <a:custGeom>
            <a:avLst/>
            <a:gdLst/>
            <a:ahLst/>
            <a:cxnLst/>
            <a:rect r="r" b="b" t="t" l="l"/>
            <a:pathLst>
              <a:path h="2804963" w="3130400">
                <a:moveTo>
                  <a:pt x="0" y="0"/>
                </a:moveTo>
                <a:lnTo>
                  <a:pt x="3130400" y="0"/>
                </a:lnTo>
                <a:lnTo>
                  <a:pt x="3130400" y="2804962"/>
                </a:lnTo>
                <a:lnTo>
                  <a:pt x="0" y="2804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0387" y="32453"/>
            <a:ext cx="4223156" cy="1992493"/>
          </a:xfrm>
          <a:custGeom>
            <a:avLst/>
            <a:gdLst/>
            <a:ahLst/>
            <a:cxnLst/>
            <a:rect r="r" b="b" t="t" l="l"/>
            <a:pathLst>
              <a:path h="1992493" w="4223156">
                <a:moveTo>
                  <a:pt x="0" y="0"/>
                </a:moveTo>
                <a:lnTo>
                  <a:pt x="4223156" y="0"/>
                </a:lnTo>
                <a:lnTo>
                  <a:pt x="4223156" y="1992494"/>
                </a:lnTo>
                <a:lnTo>
                  <a:pt x="0" y="199249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301723" y="1017739"/>
            <a:ext cx="6942364" cy="45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4"/>
              </a:lnSpc>
              <a:spcBef>
                <a:spcPct val="0"/>
              </a:spcBef>
            </a:pPr>
            <a:r>
              <a:rPr lang="en-US" sz="2667" spc="-1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SRM INSTITUTE OF SCIENCE AND TECHNOLOGY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47738" y="1741737"/>
            <a:ext cx="5050334" cy="283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spc="-6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83267" y="2291647"/>
            <a:ext cx="3138013" cy="304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2"/>
              </a:lnSpc>
              <a:spcBef>
                <a:spcPct val="0"/>
              </a:spcBef>
            </a:pPr>
            <a:r>
              <a:rPr lang="en-US" sz="1744" spc="-6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 AND INNOVATION CLUB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19886" y="4222584"/>
            <a:ext cx="13296148" cy="1825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49"/>
              </a:lnSpc>
              <a:spcBef>
                <a:spcPct val="0"/>
              </a:spcBef>
            </a:pPr>
            <a:r>
              <a:rPr lang="en-US" sz="10392" spc="-4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NLP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44" r="0" b="-17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77443" y="2199933"/>
            <a:ext cx="15829870" cy="92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999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CHOOSEN PROBLEM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460337" y="2385513"/>
            <a:ext cx="1546294" cy="1474289"/>
          </a:xfrm>
          <a:custGeom>
            <a:avLst/>
            <a:gdLst/>
            <a:ahLst/>
            <a:cxnLst/>
            <a:rect r="r" b="b" t="t" l="l"/>
            <a:pathLst>
              <a:path h="1474289" w="1546294">
                <a:moveTo>
                  <a:pt x="0" y="0"/>
                </a:moveTo>
                <a:lnTo>
                  <a:pt x="1546293" y="0"/>
                </a:lnTo>
                <a:lnTo>
                  <a:pt x="1546293" y="1474289"/>
                </a:lnTo>
                <a:lnTo>
                  <a:pt x="0" y="1474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44" r="0" b="-17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25860" y="8178683"/>
            <a:ext cx="1132345" cy="1079617"/>
          </a:xfrm>
          <a:custGeom>
            <a:avLst/>
            <a:gdLst/>
            <a:ahLst/>
            <a:cxnLst/>
            <a:rect r="r" b="b" t="t" l="l"/>
            <a:pathLst>
              <a:path h="1079617" w="1132345">
                <a:moveTo>
                  <a:pt x="0" y="0"/>
                </a:moveTo>
                <a:lnTo>
                  <a:pt x="1132345" y="0"/>
                </a:lnTo>
                <a:lnTo>
                  <a:pt x="1132345" y="1079617"/>
                </a:lnTo>
                <a:lnTo>
                  <a:pt x="0" y="10796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130410"/>
            <a:ext cx="16986431" cy="104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2"/>
              </a:lnSpc>
            </a:pPr>
            <a:r>
              <a:rPr lang="en-US" sz="7929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PROBLEM ABSTRACT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44" r="0" b="-17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48644"/>
            <a:ext cx="10326203" cy="802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1"/>
              </a:lnSpc>
            </a:pPr>
            <a:r>
              <a:rPr lang="en-US" sz="6084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PROPOSED SOLUTION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8765821"/>
            <a:ext cx="123568" cy="492479"/>
          </a:xfrm>
          <a:custGeom>
            <a:avLst/>
            <a:gdLst/>
            <a:ahLst/>
            <a:cxnLst/>
            <a:rect r="r" b="b" t="t" l="l"/>
            <a:pathLst>
              <a:path h="492479" w="123568">
                <a:moveTo>
                  <a:pt x="0" y="0"/>
                </a:moveTo>
                <a:lnTo>
                  <a:pt x="123568" y="0"/>
                </a:lnTo>
                <a:lnTo>
                  <a:pt x="123568" y="492479"/>
                </a:lnTo>
                <a:lnTo>
                  <a:pt x="0" y="492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44" r="0" b="-17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0064" y="1874455"/>
            <a:ext cx="13845498" cy="787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5984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UML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44" r="0" b="-17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0064" y="1893505"/>
            <a:ext cx="15035335" cy="84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6498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WORKING PROTOTYPE (OPTIONAL]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44" r="0" b="-1744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5083" y="2504895"/>
            <a:ext cx="15829929" cy="182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8"/>
              </a:lnSpc>
            </a:pPr>
            <a:r>
              <a:rPr lang="en-US" sz="7248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FOLLOW THE GIVEN RULES AND GUIDELINES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7444" r="0" b="-1744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3493" y="7929022"/>
            <a:ext cx="5590915" cy="1329278"/>
          </a:xfrm>
          <a:custGeom>
            <a:avLst/>
            <a:gdLst/>
            <a:ahLst/>
            <a:cxnLst/>
            <a:rect r="r" b="b" t="t" l="l"/>
            <a:pathLst>
              <a:path h="1329278" w="5590915">
                <a:moveTo>
                  <a:pt x="0" y="0"/>
                </a:moveTo>
                <a:lnTo>
                  <a:pt x="5590916" y="0"/>
                </a:lnTo>
                <a:lnTo>
                  <a:pt x="5590916" y="1329278"/>
                </a:lnTo>
                <a:lnTo>
                  <a:pt x="0" y="13292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3320577" y="7929022"/>
            <a:ext cx="5590915" cy="1329278"/>
          </a:xfrm>
          <a:custGeom>
            <a:avLst/>
            <a:gdLst/>
            <a:ahLst/>
            <a:cxnLst/>
            <a:rect r="r" b="b" t="t" l="l"/>
            <a:pathLst>
              <a:path h="1329278" w="5590915">
                <a:moveTo>
                  <a:pt x="5590916" y="0"/>
                </a:moveTo>
                <a:lnTo>
                  <a:pt x="0" y="0"/>
                </a:lnTo>
                <a:lnTo>
                  <a:pt x="0" y="1329278"/>
                </a:lnTo>
                <a:lnTo>
                  <a:pt x="5590916" y="1329278"/>
                </a:lnTo>
                <a:lnTo>
                  <a:pt x="55909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3908" y="4583213"/>
            <a:ext cx="14820184" cy="225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20"/>
              </a:lnSpc>
            </a:pPr>
            <a:r>
              <a:rPr lang="en-US" sz="17417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DAHR9pm3ZWM</dc:identifier>
  <dcterms:modified xsi:type="dcterms:W3CDTF">2011-08-01T06:04:30Z</dcterms:modified>
  <cp:revision>1</cp:revision>
  <dc:title>NLP2026 TEMPLATE</dc:title>
</cp:coreProperties>
</file>